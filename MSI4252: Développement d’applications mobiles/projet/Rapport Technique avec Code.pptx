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Fira Code" panose="020F0502020204030204" pitchFamily="49" charset="0"/>
      <p:regular r:id="rId16"/>
      <p:bold r:id="rId17"/>
    </p:embeddedFont>
    <p:embeddedFont>
      <p:font typeface="Inter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8125" y="1618357"/>
            <a:ext cx="11715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RAPPORT TECHNIQUE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8125" y="1837432"/>
            <a:ext cx="11715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Mini-Projet Shop App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76250" y="2942332"/>
            <a:ext cx="11239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Architecture Full Stack &amp; Code Source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3462" y="420335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4352925" y="4603402"/>
            <a:ext cx="1362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Backend PHP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4687" y="4203352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6477000" y="4603402"/>
            <a:ext cx="1362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Frontend Flutter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3360658" y="2544067"/>
            <a:ext cx="547068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Partie 1 : Backend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619750" y="3467992"/>
            <a:ext cx="9525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891087" y="3868042"/>
            <a:ext cx="2409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API REST avec PHP &amp; MySQL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452562"/>
            <a:ext cx="5476875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666750" y="681037"/>
            <a:ext cx="11525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Connexion BDD </a:t>
            </a:r>
            <a:r>
              <a:rPr lang="en-US" sz="31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db.php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476250" y="681037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476250" y="1808857"/>
            <a:ext cx="57507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Configuration MySQL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76250" y="2199382"/>
            <a:ext cx="5476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Ce fichier établit la connexion avec la base de données shop_db.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1106150" y="1452562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db.php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438900" y="165258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$host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"localhost"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438900" y="182582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$user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"root"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438900" y="199905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$pass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""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438900" y="217229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$db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"shop_db"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438900" y="2345531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Connexion MySQLi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438900" y="251876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$conn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new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mysqli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$host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$user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$pass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$db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438900" y="269200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(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$conn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-&gt;connect_error) {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438900" y="286523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die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"Échec : "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.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$conn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-&gt;connect_error);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438900" y="303847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438900" y="321171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?&gt;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279656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66750" y="279752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Hôte 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localhost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321373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66750" y="321468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Utilisateur 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root (XAMPP défaut)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363090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6750" y="363185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Object 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Création de l'instance mysqli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452562"/>
            <a:ext cx="5476875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66750" y="681037"/>
            <a:ext cx="11525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Authentification </a:t>
            </a:r>
            <a:r>
              <a:rPr lang="en-US" sz="31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login.php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476250" y="681037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476250" y="2618482"/>
            <a:ext cx="57507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Logique de Connexion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76250" y="3009007"/>
            <a:ext cx="5476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Vérifie les identifiants envoyés par le client mobile.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906125" y="1452562"/>
            <a:ext cx="6000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login.php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438900" y="165258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include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'db.php'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438900" y="182582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$user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$_POST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'username'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];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438900" y="199905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$pass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$_POST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'password'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];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438900" y="2172295"/>
            <a:ext cx="50768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$sql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"SELECT * FROM users WHERE username = '$user' AND password = '$pass'"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438900" y="251876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$result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$conn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-&gt;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query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$sql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438900" y="269200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(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$result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-&gt;num_rows &gt; 0) {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438900" y="286523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$row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$result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-&gt;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fetch_assoc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();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438900" y="303847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echo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json_encode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([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438900" y="321171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"success"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=&gt;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true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438900" y="3384946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"user"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=&gt;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$row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438900" y="3558182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]);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438900" y="3731418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438900" y="3904654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echo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json_encode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"success"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=&gt;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false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]);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438900" y="407789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71500" y="360619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66750" y="360714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Récupère username et password via POST.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571500" y="402336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66750" y="402431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Compare avec la table users.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571500" y="444052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66750" y="444147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Retourne un objet JSON avec le statut et les infos user.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452562"/>
            <a:ext cx="5476875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666750" y="681037"/>
            <a:ext cx="11525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Lecture (READ) </a:t>
            </a:r>
            <a:r>
              <a:rPr lang="en-US" sz="31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products_list.php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476250" y="681037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476250" y="2618482"/>
            <a:ext cx="57507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Catalogue Produits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476250" y="3009007"/>
            <a:ext cx="5476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Récupère toutes les entrées de la table products.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0372725" y="1452562"/>
            <a:ext cx="1133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products_list.php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438900" y="165258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include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'db.php'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438900" y="182582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$sql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"SELECT * FROM products"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438900" y="199905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$result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$conn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-&gt;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query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$sql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438900" y="217229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$products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[];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438900" y="2345531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while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$row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$result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-&gt;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fetch_assoc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()) {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438900" y="251876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$products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[] =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$row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438900" y="269200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438900" y="286523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echo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json_encode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$products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571500" y="360619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66750" y="360714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Exécute une requête SELECT *.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571500" y="402336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66750" y="402431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Convertit le résultat MySQL en tableau PHP.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571500" y="444052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66750" y="444147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Encode le tableau final en format JSON pour Flutter.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452562"/>
            <a:ext cx="55245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452562"/>
            <a:ext cx="55245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666750" y="681037"/>
            <a:ext cx="11525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Écriture (Create/Update)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476250" y="681037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4591050" y="1452562"/>
            <a:ext cx="1200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product_create.php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76275" y="1652587"/>
            <a:ext cx="51244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Création de produit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76275" y="1825823"/>
            <a:ext cx="51244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$name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$_POST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'name'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];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76275" y="1999059"/>
            <a:ext cx="51244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$price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$_POST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'price'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];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76275" y="2172295"/>
            <a:ext cx="5124450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$sql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"INSERT INTO products (name, price) VALUES ('$name', '$price')"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76275" y="2518767"/>
            <a:ext cx="51244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(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$conn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-&gt;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query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$sql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)) {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76275" y="2692003"/>
            <a:ext cx="51244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echo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json_encode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"success"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=&gt;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true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]);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76275" y="2865239"/>
            <a:ext cx="51244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10306050" y="1452562"/>
            <a:ext cx="1200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product_update.php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391275" y="1652587"/>
            <a:ext cx="51244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Mise à jour produit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6391275" y="1825823"/>
            <a:ext cx="51244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$id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$_POST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'id'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];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391275" y="1999059"/>
            <a:ext cx="51244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$name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$_POST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'name'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];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391275" y="2172295"/>
            <a:ext cx="51244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$price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$_POST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'price'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];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391275" y="2345531"/>
            <a:ext cx="5124450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$sql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 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"UPDATE products SET name='$name', price='$price' WHERE id=$id"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391275" y="2692003"/>
            <a:ext cx="51244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(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$conn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-&gt;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query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$sql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)) {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391275" y="2865239"/>
            <a:ext cx="51244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echo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json_encode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"success"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=&gt;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true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]);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391275" y="3038475"/>
            <a:ext cx="51244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3255645" y="2544067"/>
            <a:ext cx="568071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Partie 2 : Frontend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5619750" y="3467992"/>
            <a:ext cx="9525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4638675" y="3868042"/>
            <a:ext cx="2914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Développement Mobile avec Flutter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452562"/>
            <a:ext cx="5476875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666750" y="681037"/>
            <a:ext cx="115252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Service HTTP </a:t>
            </a:r>
            <a:r>
              <a:rPr lang="en-US" sz="31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lib/api_service.dart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476250" y="681037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476250" y="2552700"/>
            <a:ext cx="57507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Configuration &amp; Auth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476250" y="2943225"/>
            <a:ext cx="5476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Classe centrale gérant toutes les communications réseaux.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10439400" y="1452562"/>
            <a:ext cx="1066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api_service.dart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438900" y="165258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ApiService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438900" y="182582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static const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String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baseUrl = 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'http://10.0.2.2/shop_api'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438900" y="1999059"/>
            <a:ext cx="50768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Future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Map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String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dynamic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&gt;?&gt;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login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String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username,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String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password)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async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6438900" y="2345531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final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url =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Uri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.parse(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'$baseUrl/login.php'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438900" y="251876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final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res =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await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http.post(url, body: {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438900" y="269200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'username'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: username,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6438900" y="286523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'password'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: password,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6438900" y="303847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});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6438900" y="321171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(res.statusCode == 200) {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438900" y="3384946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final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data =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jsonDecode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(res.body);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438900" y="3558182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(data[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'success'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 ==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true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data[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'user'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];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6438900" y="3731418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6438900" y="3904654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null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438900" y="407789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438900" y="4251126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571500" y="35404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66750" y="354136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BaseUrl 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10.0.2.2 pour l'émulateur Android (pointe vers localhost PC).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571500" y="42318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66750" y="423282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Login 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Envoie une requête POST et retourne les données utilisateur.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452562"/>
            <a:ext cx="5476875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666750" y="681037"/>
            <a:ext cx="115252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Méthodes CRUD </a:t>
            </a:r>
            <a:r>
              <a:rPr lang="en-US" sz="31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lib/api_service.dart</a:t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476250" y="681037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76250" y="2618482"/>
            <a:ext cx="57507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Gestion des Produits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476250" y="3009007"/>
            <a:ext cx="5476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Méthodes asynchrones pour interagir avec les scripts PHP.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9906000" y="1452562"/>
            <a:ext cx="1600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api_service.dart (suite)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438900" y="165258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Future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List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dynamic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&gt;&gt;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getProducts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()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async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438900" y="182582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final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url =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Uri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.parse(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'$baseUrl/products_list.php'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438900" y="199905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final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res =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await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http.get(url);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438900" y="217229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jsonDecode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(res.body);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438900" y="2345531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438900" y="251876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Future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bool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&gt;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createProduct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String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name,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String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price)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async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438900" y="269200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final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url =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Uri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.parse(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'$baseUrl/product_create.php'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6438900" y="286523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final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res =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await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http.post(url, body: {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6438900" y="303847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'name'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: name, 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'price'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: price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6438900" y="321171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});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6438900" y="3384946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final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data =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jsonDecode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(res.body);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6438900" y="3558182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data[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'success'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 ==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true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6438900" y="3731418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571500" y="360619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666750" y="360714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getProducts : GET pour récupérer la liste.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571500" y="402336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666750" y="402431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createProduct : POST avec les nouveaux champs.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571500" y="444052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66750" y="444147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Retourne un booléen de succès ou la liste des données.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452562"/>
            <a:ext cx="5476875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666750" y="681037"/>
            <a:ext cx="115252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Logique UI Login </a:t>
            </a:r>
            <a:r>
              <a:rPr lang="en-US" sz="31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lib/screens/login_page.dart</a:t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476250" y="681037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476250" y="2618482"/>
            <a:ext cx="57507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Gestion de l'état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476250" y="3009007"/>
            <a:ext cx="5476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Connecte l'interface utilisateur au service API.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10506075" y="1452562"/>
            <a:ext cx="1000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login_page.dart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6438900" y="165258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Future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void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&gt;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_doLogin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()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async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6438900" y="182582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setState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(() =&gt; _loading =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true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6438900" y="199905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final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user =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await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api.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login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6438900" y="217229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_usernameController.text,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6438900" y="2345531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_passwordController.text,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6438900" y="251876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6438900" y="269200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setState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(() =&gt; _loading =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false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6438900" y="286523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(user !=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null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 {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6438900" y="303847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Navigator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.pushReplacement(context,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6438900" y="321171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MaterialPageRoute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(builder: (_) =&gt;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ProductsPage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(user: user)),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6438900" y="3384946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6438900" y="3558182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6438900" y="3731418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setState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(() =&gt; _error = 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'Login échoué'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6438900" y="3904654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6438900" y="407789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571500" y="360619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666750" y="360714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Affiche un spinner (_loading) pendant l'attente.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571500" y="402336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666750" y="402431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 user != null, navigation vers la page produits.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571500" y="444052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666750" y="444147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Sinon, affiche un message d'erreur.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452562"/>
            <a:ext cx="5476875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 txBox="1"/>
          <p:nvPr/>
        </p:nvSpPr>
        <p:spPr>
          <a:xfrm>
            <a:off x="666750" y="681037"/>
            <a:ext cx="115252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Affichage Liste </a:t>
            </a:r>
            <a:r>
              <a:rPr lang="en-US" sz="31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lib/screens/products_page.dart</a:t>
            </a:r>
            <a:endParaRPr/>
          </a:p>
        </p:txBody>
      </p:sp>
      <p:sp>
        <p:nvSpPr>
          <p:cNvPr id="318" name="Google Shape;318;p23"/>
          <p:cNvSpPr/>
          <p:nvPr/>
        </p:nvSpPr>
        <p:spPr>
          <a:xfrm>
            <a:off x="476250" y="681037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476250" y="2618482"/>
            <a:ext cx="57507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FutureBuilder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476250" y="3009007"/>
            <a:ext cx="5476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Gère l'affichage asynchrone des données.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10306050" y="1452562"/>
            <a:ext cx="1200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products_page.dart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6438900" y="165258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FutureBuilder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List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dynamic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&gt;&gt;(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6438900" y="182582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future: _futureProducts,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6438900" y="199905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builder: (context, snapshot) {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6438900" y="217229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(snapshot.connectionState ==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ConnectionState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.waiting) {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6438900" y="2345531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return const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CircularProgressIndicator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();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6438900" y="251876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6438900" y="269200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final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products = snapshot.data ?? [];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6438900" y="286523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ListView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.builder(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6438900" y="303847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itemCount: products.length,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6438900" y="321171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itemBuilder: (context, index) {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6438900" y="3384946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final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p = products[index];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6438900" y="3558182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ListTile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endParaRPr/>
          </a:p>
        </p:txBody>
      </p:sp>
      <p:sp>
        <p:nvSpPr>
          <p:cNvPr id="334" name="Google Shape;334;p23"/>
          <p:cNvSpPr txBox="1"/>
          <p:nvPr/>
        </p:nvSpPr>
        <p:spPr>
          <a:xfrm>
            <a:off x="6438900" y="3731418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title: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Text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(p[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'name'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]),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6438900" y="3904654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trailing: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IconButton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(icon: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Icon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Icons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.delete), ...),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6438900" y="407789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6438900" y="4251126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},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6438900" y="4424362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6438900" y="4597598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},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6438900" y="4770834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571500" y="360619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666750" y="360714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État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waiting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: Affiche le chargement.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571500" y="402336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666750" y="402431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État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: Construit la liste avec ListView.builder.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571500" y="444052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666750" y="444147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Chaque élément a des boutons Edit/Delete.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452562"/>
            <a:ext cx="5476875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4"/>
          <p:cNvSpPr txBox="1"/>
          <p:nvPr/>
        </p:nvSpPr>
        <p:spPr>
          <a:xfrm>
            <a:off x="666750" y="681037"/>
            <a:ext cx="115252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Ajout Produit </a:t>
            </a:r>
            <a:r>
              <a:rPr lang="en-US" sz="31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lib/screens/products_page.dart</a:t>
            </a:r>
            <a:endParaRPr/>
          </a:p>
        </p:txBody>
      </p:sp>
      <p:sp>
        <p:nvSpPr>
          <p:cNvPr id="354" name="Google Shape;354;p24"/>
          <p:cNvSpPr/>
          <p:nvPr/>
        </p:nvSpPr>
        <p:spPr>
          <a:xfrm>
            <a:off x="476250" y="681037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476250" y="2618482"/>
            <a:ext cx="57507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Boîte de Dialogue</a:t>
            </a:r>
            <a:endParaRPr/>
          </a:p>
        </p:txBody>
      </p:sp>
      <p:sp>
        <p:nvSpPr>
          <p:cNvPr id="356" name="Google Shape;356;p24"/>
          <p:cNvSpPr txBox="1"/>
          <p:nvPr/>
        </p:nvSpPr>
        <p:spPr>
          <a:xfrm>
            <a:off x="476250" y="3009007"/>
            <a:ext cx="5476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Interface pour créer ou modifier un produit.</a:t>
            </a:r>
            <a:endParaRPr/>
          </a:p>
        </p:txBody>
      </p:sp>
      <p:sp>
        <p:nvSpPr>
          <p:cNvPr id="357" name="Google Shape;357;p24"/>
          <p:cNvSpPr txBox="1"/>
          <p:nvPr/>
        </p:nvSpPr>
        <p:spPr>
          <a:xfrm>
            <a:off x="9705975" y="1452562"/>
            <a:ext cx="1800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products_page.dart (Dialog)</a:t>
            </a:r>
            <a:endParaRPr/>
          </a:p>
        </p:txBody>
      </p:sp>
      <p:sp>
        <p:nvSpPr>
          <p:cNvPr id="358" name="Google Shape;358;p24"/>
          <p:cNvSpPr txBox="1"/>
          <p:nvPr/>
        </p:nvSpPr>
        <p:spPr>
          <a:xfrm>
            <a:off x="6438900" y="165258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Future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void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&gt;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_showAddDialog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()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async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/>
          </a:p>
        </p:txBody>
      </p:sp>
      <p:sp>
        <p:nvSpPr>
          <p:cNvPr id="359" name="Google Shape;359;p24"/>
          <p:cNvSpPr txBox="1"/>
          <p:nvPr/>
        </p:nvSpPr>
        <p:spPr>
          <a:xfrm>
            <a:off x="6438900" y="182582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Configuration des controleurs...</a:t>
            </a:r>
            <a:endParaRPr/>
          </a:p>
        </p:txBody>
      </p:sp>
      <p:sp>
        <p:nvSpPr>
          <p:cNvPr id="360" name="Google Shape;360;p24"/>
          <p:cNvSpPr txBox="1"/>
          <p:nvPr/>
        </p:nvSpPr>
        <p:spPr>
          <a:xfrm>
            <a:off x="6438900" y="199905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final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result =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await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showDialog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bool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&gt;(</a:t>
            </a:r>
            <a:endParaRPr/>
          </a:p>
        </p:txBody>
      </p:sp>
      <p:sp>
        <p:nvSpPr>
          <p:cNvPr id="361" name="Google Shape;361;p24"/>
          <p:cNvSpPr txBox="1"/>
          <p:nvPr/>
        </p:nvSpPr>
        <p:spPr>
          <a:xfrm>
            <a:off x="6438900" y="217229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context: context,</a:t>
            </a:r>
            <a:endParaRPr/>
          </a:p>
        </p:txBody>
      </p:sp>
      <p:sp>
        <p:nvSpPr>
          <p:cNvPr id="362" name="Google Shape;362;p24"/>
          <p:cNvSpPr txBox="1"/>
          <p:nvPr/>
        </p:nvSpPr>
        <p:spPr>
          <a:xfrm>
            <a:off x="6438900" y="2345531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builder: (context) {</a:t>
            </a:r>
            <a:endParaRPr/>
          </a:p>
        </p:txBody>
      </p:sp>
      <p:sp>
        <p:nvSpPr>
          <p:cNvPr id="363" name="Google Shape;363;p24"/>
          <p:cNvSpPr txBox="1"/>
          <p:nvPr/>
        </p:nvSpPr>
        <p:spPr>
          <a:xfrm>
            <a:off x="6438900" y="251876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AlertDialog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endParaRPr/>
          </a:p>
        </p:txBody>
      </p:sp>
      <p:sp>
        <p:nvSpPr>
          <p:cNvPr id="364" name="Google Shape;364;p24"/>
          <p:cNvSpPr txBox="1"/>
          <p:nvPr/>
        </p:nvSpPr>
        <p:spPr>
          <a:xfrm>
            <a:off x="6438900" y="269200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title: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Text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'Nouveau produit'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),</a:t>
            </a:r>
            <a:endParaRPr/>
          </a:p>
        </p:txBody>
      </p:sp>
      <p:sp>
        <p:nvSpPr>
          <p:cNvPr id="365" name="Google Shape;365;p24"/>
          <p:cNvSpPr txBox="1"/>
          <p:nvPr/>
        </p:nvSpPr>
        <p:spPr>
          <a:xfrm>
            <a:off x="6438900" y="286523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content: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Column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 children: [ ... ] ),</a:t>
            </a:r>
            <a:endParaRPr/>
          </a:p>
        </p:txBody>
      </p:sp>
      <p:sp>
        <p:nvSpPr>
          <p:cNvPr id="366" name="Google Shape;366;p24"/>
          <p:cNvSpPr txBox="1"/>
          <p:nvPr/>
        </p:nvSpPr>
        <p:spPr>
          <a:xfrm>
            <a:off x="6438900" y="303847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actions: [ ... ],</a:t>
            </a:r>
            <a:endParaRPr/>
          </a:p>
        </p:txBody>
      </p:sp>
      <p:sp>
        <p:nvSpPr>
          <p:cNvPr id="367" name="Google Shape;367;p24"/>
          <p:cNvSpPr txBox="1"/>
          <p:nvPr/>
        </p:nvSpPr>
        <p:spPr>
          <a:xfrm>
            <a:off x="6438900" y="321171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6438900" y="3384946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},</a:t>
            </a:r>
            <a:endParaRPr/>
          </a:p>
        </p:txBody>
      </p:sp>
      <p:sp>
        <p:nvSpPr>
          <p:cNvPr id="369" name="Google Shape;369;p24"/>
          <p:cNvSpPr txBox="1"/>
          <p:nvPr/>
        </p:nvSpPr>
        <p:spPr>
          <a:xfrm>
            <a:off x="6438900" y="3558182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370" name="Google Shape;370;p24"/>
          <p:cNvSpPr txBox="1"/>
          <p:nvPr/>
        </p:nvSpPr>
        <p:spPr>
          <a:xfrm>
            <a:off x="6438900" y="3731418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(result ==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true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 {</a:t>
            </a:r>
            <a:endParaRPr/>
          </a:p>
        </p:txBody>
      </p:sp>
      <p:sp>
        <p:nvSpPr>
          <p:cNvPr id="371" name="Google Shape;371;p24"/>
          <p:cNvSpPr txBox="1"/>
          <p:nvPr/>
        </p:nvSpPr>
        <p:spPr>
          <a:xfrm>
            <a:off x="6438900" y="3904654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await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api.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createProduct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(nameCtrl.text, priceCtrl.text);</a:t>
            </a:r>
            <a:endParaRPr/>
          </a:p>
        </p:txBody>
      </p:sp>
      <p:sp>
        <p:nvSpPr>
          <p:cNvPr id="372" name="Google Shape;372;p24"/>
          <p:cNvSpPr txBox="1"/>
          <p:nvPr/>
        </p:nvSpPr>
        <p:spPr>
          <a:xfrm>
            <a:off x="6438900" y="407789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_loadProducts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();</a:t>
            </a:r>
            <a:endParaRPr/>
          </a:p>
        </p:txBody>
      </p:sp>
      <p:sp>
        <p:nvSpPr>
          <p:cNvPr id="373" name="Google Shape;373;p24"/>
          <p:cNvSpPr txBox="1"/>
          <p:nvPr/>
        </p:nvSpPr>
        <p:spPr>
          <a:xfrm>
            <a:off x="6438900" y="4251126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6438900" y="4424362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571500" y="360619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666750" y="360714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Ouvre un AlertDialog avec des champs texte.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571500" y="402336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666750" y="402431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Attend le résultat (await showDialog).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571500" y="444052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666750" y="444147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 validé, appelle l'API et recharge la liste.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452562"/>
            <a:ext cx="5476875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5"/>
          <p:cNvSpPr txBox="1"/>
          <p:nvPr/>
        </p:nvSpPr>
        <p:spPr>
          <a:xfrm>
            <a:off x="666750" y="681037"/>
            <a:ext cx="115252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Menu &amp; Déconnexion </a:t>
            </a:r>
            <a:r>
              <a:rPr lang="en-US" sz="31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lib/screens/products_page.dart</a:t>
            </a: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476250" y="681037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5"/>
          <p:cNvSpPr txBox="1"/>
          <p:nvPr/>
        </p:nvSpPr>
        <p:spPr>
          <a:xfrm>
            <a:off x="476250" y="2826990"/>
            <a:ext cx="57507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Drawer Navigation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476250" y="3217515"/>
            <a:ext cx="5476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Menu latéral affichant les infos utilisateur.</a:t>
            </a:r>
            <a:endParaRPr/>
          </a:p>
        </p:txBody>
      </p:sp>
      <p:sp>
        <p:nvSpPr>
          <p:cNvPr id="391" name="Google Shape;391;p25"/>
          <p:cNvSpPr txBox="1"/>
          <p:nvPr/>
        </p:nvSpPr>
        <p:spPr>
          <a:xfrm>
            <a:off x="9705975" y="1452562"/>
            <a:ext cx="1800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products_page.dart (Drawer)</a:t>
            </a:r>
            <a:endParaRPr/>
          </a:p>
        </p:txBody>
      </p:sp>
      <p:sp>
        <p:nvSpPr>
          <p:cNvPr id="392" name="Google Shape;392;p25"/>
          <p:cNvSpPr txBox="1"/>
          <p:nvPr/>
        </p:nvSpPr>
        <p:spPr>
          <a:xfrm>
            <a:off x="6438900" y="165258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Drawer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endParaRPr/>
          </a:p>
        </p:txBody>
      </p:sp>
      <p:sp>
        <p:nvSpPr>
          <p:cNvPr id="393" name="Google Shape;393;p25"/>
          <p:cNvSpPr txBox="1"/>
          <p:nvPr/>
        </p:nvSpPr>
        <p:spPr>
          <a:xfrm>
            <a:off x="6438900" y="182582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child: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Column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endParaRPr/>
          </a:p>
        </p:txBody>
      </p:sp>
      <p:sp>
        <p:nvSpPr>
          <p:cNvPr id="394" name="Google Shape;394;p25"/>
          <p:cNvSpPr txBox="1"/>
          <p:nvPr/>
        </p:nvSpPr>
        <p:spPr>
          <a:xfrm>
            <a:off x="6438900" y="199905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children: [</a:t>
            </a:r>
            <a:endParaRPr/>
          </a:p>
        </p:txBody>
      </p:sp>
      <p:sp>
        <p:nvSpPr>
          <p:cNvPr id="395" name="Google Shape;395;p25"/>
          <p:cNvSpPr txBox="1"/>
          <p:nvPr/>
        </p:nvSpPr>
        <p:spPr>
          <a:xfrm>
            <a:off x="6438900" y="217229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UserAccountsDrawerHeader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endParaRPr/>
          </a:p>
        </p:txBody>
      </p:sp>
      <p:sp>
        <p:nvSpPr>
          <p:cNvPr id="396" name="Google Shape;396;p25"/>
          <p:cNvSpPr txBox="1"/>
          <p:nvPr/>
        </p:nvSpPr>
        <p:spPr>
          <a:xfrm>
            <a:off x="6438900" y="2345531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accountName: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Text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(widget.user[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'username'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]),</a:t>
            </a:r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6438900" y="2518767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accountEmail: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Text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'ID: ${widget.user['id']}'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),</a:t>
            </a:r>
            <a:endParaRPr/>
          </a:p>
        </p:txBody>
      </p:sp>
      <p:sp>
        <p:nvSpPr>
          <p:cNvPr id="398" name="Google Shape;398;p25"/>
          <p:cNvSpPr txBox="1"/>
          <p:nvPr/>
        </p:nvSpPr>
        <p:spPr>
          <a:xfrm>
            <a:off x="6438900" y="2692003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),</a:t>
            </a:r>
            <a:endParaRPr/>
          </a:p>
        </p:txBody>
      </p:sp>
      <p:sp>
        <p:nvSpPr>
          <p:cNvPr id="399" name="Google Shape;399;p25"/>
          <p:cNvSpPr txBox="1"/>
          <p:nvPr/>
        </p:nvSpPr>
        <p:spPr>
          <a:xfrm>
            <a:off x="6438900" y="2865239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ListTile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endParaRPr/>
          </a:p>
        </p:txBody>
      </p:sp>
      <p:sp>
        <p:nvSpPr>
          <p:cNvPr id="400" name="Google Shape;400;p25"/>
          <p:cNvSpPr txBox="1"/>
          <p:nvPr/>
        </p:nvSpPr>
        <p:spPr>
          <a:xfrm>
            <a:off x="6438900" y="3038475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title: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Text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975" b="0" i="0" u="none" strike="noStrike" cap="none">
                <a:solidFill>
                  <a:srgbClr val="4ADE80"/>
                </a:solidFill>
                <a:latin typeface="Fira Code"/>
                <a:ea typeface="Fira Code"/>
                <a:cs typeface="Fira Code"/>
                <a:sym typeface="Fira Code"/>
              </a:rPr>
              <a:t>'Déconnexion'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),</a:t>
            </a:r>
            <a:endParaRPr/>
          </a:p>
        </p:txBody>
      </p:sp>
      <p:sp>
        <p:nvSpPr>
          <p:cNvPr id="401" name="Google Shape;401;p25"/>
          <p:cNvSpPr txBox="1"/>
          <p:nvPr/>
        </p:nvSpPr>
        <p:spPr>
          <a:xfrm>
            <a:off x="6438900" y="321171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onTap: () {</a:t>
            </a:r>
            <a:endParaRPr/>
          </a:p>
        </p:txBody>
      </p:sp>
      <p:sp>
        <p:nvSpPr>
          <p:cNvPr id="402" name="Google Shape;402;p25"/>
          <p:cNvSpPr txBox="1"/>
          <p:nvPr/>
        </p:nvSpPr>
        <p:spPr>
          <a:xfrm>
            <a:off x="6438900" y="3384946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Navigator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.pop(context);</a:t>
            </a:r>
            <a:endParaRPr/>
          </a:p>
        </p:txBody>
      </p:sp>
      <p:sp>
        <p:nvSpPr>
          <p:cNvPr id="403" name="Google Shape;403;p25"/>
          <p:cNvSpPr txBox="1"/>
          <p:nvPr/>
        </p:nvSpPr>
        <p:spPr>
          <a:xfrm>
            <a:off x="6438900" y="3558182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Navigator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.pushAndRemoveUntil(context,</a:t>
            </a:r>
            <a:endParaRPr/>
          </a:p>
        </p:txBody>
      </p:sp>
      <p:sp>
        <p:nvSpPr>
          <p:cNvPr id="404" name="Google Shape;404;p25"/>
          <p:cNvSpPr txBox="1"/>
          <p:nvPr/>
        </p:nvSpPr>
        <p:spPr>
          <a:xfrm>
            <a:off x="6438900" y="3731418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MaterialPageRoute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(builder: (_) =&gt; </a:t>
            </a:r>
            <a:r>
              <a:rPr lang="en-US" sz="975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LoginPage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()),</a:t>
            </a:r>
            <a:endParaRPr/>
          </a:p>
        </p:txBody>
      </p:sp>
      <p:sp>
        <p:nvSpPr>
          <p:cNvPr id="405" name="Google Shape;405;p25"/>
          <p:cNvSpPr txBox="1"/>
          <p:nvPr/>
        </p:nvSpPr>
        <p:spPr>
          <a:xfrm>
            <a:off x="6438900" y="3904654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(route) =&gt; </a:t>
            </a:r>
            <a:r>
              <a:rPr lang="en-US" sz="975" b="1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false</a:t>
            </a: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endParaRPr/>
          </a:p>
        </p:txBody>
      </p:sp>
      <p:sp>
        <p:nvSpPr>
          <p:cNvPr id="406" name="Google Shape;406;p25"/>
          <p:cNvSpPr txBox="1"/>
          <p:nvPr/>
        </p:nvSpPr>
        <p:spPr>
          <a:xfrm>
            <a:off x="6438900" y="407789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/>
          </a:p>
        </p:txBody>
      </p:sp>
      <p:sp>
        <p:nvSpPr>
          <p:cNvPr id="407" name="Google Shape;407;p25"/>
          <p:cNvSpPr txBox="1"/>
          <p:nvPr/>
        </p:nvSpPr>
        <p:spPr>
          <a:xfrm>
            <a:off x="6438900" y="4251126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},</a:t>
            </a:r>
            <a:endParaRPr/>
          </a:p>
        </p:txBody>
      </p:sp>
      <p:sp>
        <p:nvSpPr>
          <p:cNvPr id="408" name="Google Shape;408;p25"/>
          <p:cNvSpPr txBox="1"/>
          <p:nvPr/>
        </p:nvSpPr>
        <p:spPr>
          <a:xfrm>
            <a:off x="6438900" y="4424362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),</a:t>
            </a:r>
            <a:endParaRPr/>
          </a:p>
        </p:txBody>
      </p:sp>
      <p:sp>
        <p:nvSpPr>
          <p:cNvPr id="409" name="Google Shape;409;p25"/>
          <p:cNvSpPr txBox="1"/>
          <p:nvPr/>
        </p:nvSpPr>
        <p:spPr>
          <a:xfrm>
            <a:off x="6438900" y="4597598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],</a:t>
            </a:r>
            <a:endParaRPr/>
          </a:p>
        </p:txBody>
      </p:sp>
      <p:sp>
        <p:nvSpPr>
          <p:cNvPr id="410" name="Google Shape;410;p25"/>
          <p:cNvSpPr txBox="1"/>
          <p:nvPr/>
        </p:nvSpPr>
        <p:spPr>
          <a:xfrm>
            <a:off x="6438900" y="4770834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),</a:t>
            </a:r>
            <a:endParaRPr/>
          </a:p>
        </p:txBody>
      </p:sp>
      <p:sp>
        <p:nvSpPr>
          <p:cNvPr id="411" name="Google Shape;411;p25"/>
          <p:cNvSpPr txBox="1"/>
          <p:nvPr/>
        </p:nvSpPr>
        <p:spPr>
          <a:xfrm>
            <a:off x="6438900" y="4944070"/>
            <a:ext cx="50768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/>
          </a:p>
        </p:txBody>
      </p:sp>
      <p:sp>
        <p:nvSpPr>
          <p:cNvPr id="412" name="Google Shape;412;p25"/>
          <p:cNvSpPr txBox="1"/>
          <p:nvPr/>
        </p:nvSpPr>
        <p:spPr>
          <a:xfrm>
            <a:off x="571500" y="38147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13" name="Google Shape;413;p25"/>
          <p:cNvSpPr txBox="1"/>
          <p:nvPr/>
        </p:nvSpPr>
        <p:spPr>
          <a:xfrm>
            <a:off x="666750" y="381565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Header avec Nom et ID.</a:t>
            </a:r>
            <a:endParaRPr/>
          </a:p>
        </p:txBody>
      </p:sp>
      <p:sp>
        <p:nvSpPr>
          <p:cNvPr id="414" name="Google Shape;414;p25"/>
          <p:cNvSpPr txBox="1"/>
          <p:nvPr/>
        </p:nvSpPr>
        <p:spPr>
          <a:xfrm>
            <a:off x="571500" y="42318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15" name="Google Shape;415;p25"/>
          <p:cNvSpPr txBox="1"/>
          <p:nvPr/>
        </p:nvSpPr>
        <p:spPr>
          <a:xfrm>
            <a:off x="666750" y="423282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Bouton Déconnexion qui réinitialise la navigation.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1431</Words>
  <Application>Microsoft Office PowerPoint</Application>
  <PresentationFormat>Grand écran</PresentationFormat>
  <Paragraphs>244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Calibri</vt:lpstr>
      <vt:lpstr>Inter</vt:lpstr>
      <vt:lpstr>Arial</vt:lpstr>
      <vt:lpstr>Fira Code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hamou sabaly</cp:lastModifiedBy>
  <cp:revision>1</cp:revision>
  <dcterms:modified xsi:type="dcterms:W3CDTF">2025-12-12T22:40:28Z</dcterms:modified>
</cp:coreProperties>
</file>